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1 - Week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Loops and functions in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Prog1 Lecture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